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5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6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305" y="90170"/>
            <a:ext cx="9089390" cy="63849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3840" y="224790"/>
            <a:ext cx="9025890" cy="640842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4470" y="388620"/>
            <a:ext cx="9243060" cy="63817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0360" y="294005"/>
            <a:ext cx="8971280" cy="626999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0695" y="219710"/>
            <a:ext cx="8690610" cy="618998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5095" y="300990"/>
            <a:ext cx="8488045" cy="596392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乐七</cp:lastModifiedBy>
  <cp:revision>158</cp:revision>
  <dcterms:created xsi:type="dcterms:W3CDTF">2019-06-19T02:08:00Z</dcterms:created>
  <dcterms:modified xsi:type="dcterms:W3CDTF">2026-05-06T02:21:01Z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E5F47D14B8794AEE954957C07B62E131_11</vt:lpwstr>
  </property>
</Properties>
</file>