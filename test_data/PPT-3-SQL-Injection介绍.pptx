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20" y="123190"/>
            <a:ext cx="9174480" cy="6377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25" y="-77470"/>
            <a:ext cx="9328150" cy="64839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085" y="279400"/>
            <a:ext cx="9227185" cy="6299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90" y="284480"/>
            <a:ext cx="9100820" cy="6289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765" y="248920"/>
            <a:ext cx="9133205" cy="63601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492760"/>
            <a:ext cx="9170035" cy="58953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95" y="210820"/>
            <a:ext cx="8767445" cy="6078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785" y="147320"/>
            <a:ext cx="8368665" cy="62160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乐七</cp:lastModifiedBy>
  <cp:revision>157</cp:revision>
  <dcterms:created xsi:type="dcterms:W3CDTF">2019-06-19T02:08:00Z</dcterms:created>
  <dcterms:modified xsi:type="dcterms:W3CDTF">2026-05-06T02:17:22Z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EFACF48C3D6640B9AE57D98B7B2DA583_11</vt:lpwstr>
  </property>
</Properties>
</file>