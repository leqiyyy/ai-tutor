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6" r:id="rId7"/>
    <p:sldId id="26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454025"/>
            <a:ext cx="9893300" cy="64058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445" y="331470"/>
            <a:ext cx="9045575" cy="63722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550" y="114935"/>
            <a:ext cx="9215755" cy="64465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315" y="290195"/>
            <a:ext cx="8583930" cy="6096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235" y="371475"/>
            <a:ext cx="9044940" cy="63690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96875"/>
            <a:ext cx="8889365" cy="62750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乐七</cp:lastModifiedBy>
  <cp:revision>157</cp:revision>
  <dcterms:created xsi:type="dcterms:W3CDTF">2019-06-19T02:08:00Z</dcterms:created>
  <dcterms:modified xsi:type="dcterms:W3CDTF">2026-05-06T02:10:21Z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ABA1B1E22EE048EAAC565AE8D2A14F3C_11</vt:lpwstr>
  </property>
</Properties>
</file>