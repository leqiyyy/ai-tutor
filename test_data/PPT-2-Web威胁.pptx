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0" y="335280"/>
            <a:ext cx="8381365" cy="58324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305" y="206375"/>
            <a:ext cx="9465945" cy="65697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367665"/>
            <a:ext cx="8743950" cy="59404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6050" y="209550"/>
            <a:ext cx="9511665" cy="64382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900" y="376555"/>
            <a:ext cx="9037320" cy="61055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7145" y="350520"/>
            <a:ext cx="9252585" cy="63176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4175" y="431165"/>
            <a:ext cx="8737600" cy="60972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乐七</cp:lastModifiedBy>
  <cp:revision>158</cp:revision>
  <dcterms:created xsi:type="dcterms:W3CDTF">2019-06-19T02:08:00Z</dcterms:created>
  <dcterms:modified xsi:type="dcterms:W3CDTF">2026-05-06T02:13:56Z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5EB058E7318A42D68F7B353117A5767B_11</vt:lpwstr>
  </property>
</Properties>
</file>