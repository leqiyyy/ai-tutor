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680" y="0"/>
            <a:ext cx="9113520" cy="63607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820" y="150495"/>
            <a:ext cx="9006840" cy="63906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490" y="562610"/>
            <a:ext cx="8211820" cy="59112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327660"/>
            <a:ext cx="8854440" cy="62026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25" y="582930"/>
            <a:ext cx="8632825" cy="62750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790" y="360045"/>
            <a:ext cx="8693785" cy="61385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535" y="570230"/>
            <a:ext cx="8183245" cy="5717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270" y="473075"/>
            <a:ext cx="8359140" cy="5911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乐七</cp:lastModifiedBy>
  <cp:revision>157</cp:revision>
  <dcterms:created xsi:type="dcterms:W3CDTF">2019-06-19T02:08:00Z</dcterms:created>
  <dcterms:modified xsi:type="dcterms:W3CDTF">2026-05-06T02:24:27Z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4098A24490E24B6083DEF5CC944A1952_11</vt:lpwstr>
  </property>
</Properties>
</file>